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029200" cy="1920240"/>
  <p:notesSz cx="1920240" cy="5029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502920"/>
            <a:ext cx="777240" cy="685800"/>
          </a:xfrm>
          <a:prstGeom prst="rect">
            <a:avLst/>
          </a:prstGeom>
          <a:solidFill>
            <a:srgbClr val="E8EEF7"/>
          </a:solidFill>
          <a:ln w="7620">
            <a:solidFill>
              <a:srgbClr val="4040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" y="502920"/>
            <a:ext cx="777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8-GPU prefill node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computes KV;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HBM KV cache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188720" y="502920"/>
            <a:ext cx="868680" cy="685800"/>
          </a:xfrm>
          <a:prstGeom prst="rect">
            <a:avLst/>
          </a:prstGeom>
          <a:solidFill>
            <a:srgbClr val="EEEEEE"/>
          </a:solidFill>
          <a:ln w="7620">
            <a:solidFill>
              <a:srgbClr val="4040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502920"/>
            <a:ext cx="8686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host: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serving engine,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KV block allocator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22960" y="896112"/>
            <a:ext cx="365760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822960" y="6217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evict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KV block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2331720" y="45720"/>
            <a:ext cx="2651760" cy="1463040"/>
          </a:xfrm>
          <a:prstGeom prst="rect">
            <a:avLst/>
          </a:prstGeom>
          <a:solidFill>
            <a:srgbClr val="FFFFFF"/>
          </a:solidFill>
          <a:ln w="7620">
            <a:solidFill>
              <a:srgbClr val="7F7F7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31720" y="731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 CXL Type-3 device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468880" y="347472"/>
            <a:ext cx="960120" cy="457200"/>
          </a:xfrm>
          <a:prstGeom prst="rect">
            <a:avLst/>
          </a:prstGeom>
          <a:solidFill>
            <a:srgbClr val="DCE9F5"/>
          </a:solidFill>
          <a:ln w="7620">
            <a:solidFill>
              <a:srgbClr val="4040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68880" y="347472"/>
            <a:ext cx="960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DRAM cache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48 GB, LRU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886200" y="347472"/>
            <a:ext cx="1005840" cy="457200"/>
          </a:xfrm>
          <a:prstGeom prst="rect">
            <a:avLst/>
          </a:prstGeom>
          <a:solidFill>
            <a:srgbClr val="FBE5D6"/>
          </a:solidFill>
          <a:ln w="7620">
            <a:solidFill>
              <a:srgbClr val="4040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86200" y="347472"/>
            <a:ext cx="10058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NAND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TB TLC or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667 GB pseudo-SLC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468880" y="987552"/>
            <a:ext cx="960120" cy="411480"/>
          </a:xfrm>
          <a:prstGeom prst="rect">
            <a:avLst/>
          </a:prstGeom>
          <a:solidFill>
            <a:srgbClr val="FFF2CC"/>
          </a:solidFill>
          <a:ln w="7620">
            <a:solidFill>
              <a:srgbClr val="4040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68880" y="987552"/>
            <a:ext cx="960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admission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/ 2nd hit / oracle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886200" y="987552"/>
            <a:ext cx="1005840" cy="411480"/>
          </a:xfrm>
          <a:prstGeom prst="rect">
            <a:avLst/>
          </a:prstGeom>
          <a:solidFill>
            <a:srgbClr val="E2F0D9"/>
          </a:solidFill>
          <a:ln w="7620">
            <a:solidFill>
              <a:srgbClr val="4040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86200" y="987552"/>
            <a:ext cx="1005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FTL: page map,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greedy GC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274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CXL.mem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loads, stores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2057400" y="566928"/>
            <a:ext cx="411480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944368" y="804672"/>
            <a:ext cx="0" cy="18288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2990088" y="8229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evict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3429000" y="1188720"/>
            <a:ext cx="457200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429000" y="1042416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 flipV="1">
            <a:off x="4389120" y="804672"/>
            <a:ext cx="0" cy="18288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4416552" y="822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program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 flipH="1">
            <a:off x="3429000" y="475488"/>
            <a:ext cx="457200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3429000" y="32004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hit: promote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1627632" y="1188720"/>
            <a:ext cx="0" cy="530352"/>
          </a:xfrm>
          <a:prstGeom prst="line">
            <a:avLst/>
          </a:prstGeom>
          <a:noFill/>
          <a:ln w="11430">
            <a:solidFill>
              <a:srgbClr val="C0000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627632" y="1719072"/>
            <a:ext cx="2761488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 flipV="1">
            <a:off x="4389120" y="1399032"/>
            <a:ext cx="0" cy="320040"/>
          </a:xfrm>
          <a:prstGeom prst="line">
            <a:avLst/>
          </a:prstGeom>
          <a:noFill/>
          <a:ln w="11430">
            <a:solidFill>
              <a:srgbClr val="C00000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057400" y="1024128"/>
            <a:ext cx="228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 flipV="1">
            <a:off x="2286000" y="731520"/>
            <a:ext cx="182880" cy="292608"/>
          </a:xfrm>
          <a:prstGeom prst="line">
            <a:avLst/>
          </a:prstGeom>
          <a:noFill/>
          <a:ln w="11430">
            <a:solidFill>
              <a:srgbClr val="C00000"/>
            </a:solidFill>
            <a:prstDash val="dash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1691640" y="1755648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per-request discard (CXL.io mailbox): DRAM drops dead KV, FTL trims it, device acknowledges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2026-10-18T16:16:00Z</dcterms:created>
  <dcterms:modified xsi:type="dcterms:W3CDTF">2026-10-18T16:16:00Z</dcterms:modified>
</cp:coreProperties>
</file>