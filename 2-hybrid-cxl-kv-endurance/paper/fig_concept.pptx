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5029200" cy="1508760"/>
  <p:notesSz cx="1508760" cy="50292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9553" y="18288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(a) LRU prefix cache</a:t>
            </a:r>
            <a:endParaRPr lang="en-US" sz="750" dirty="0"/>
          </a:p>
        </p:txBody>
      </p:sp>
      <p:sp>
        <p:nvSpPr>
          <p:cNvPr id="3" name="Text 1"/>
          <p:cNvSpPr txBox="1"/>
          <p:nvPr/>
        </p:nvSpPr>
        <p:spPr>
          <a:xfrm>
            <a:off x="79553" y="18288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evicted in write order: EB1 empties</a:t>
            </a:r>
            <a:endParaRPr lang="en-US" sz="600" dirty="0"/>
          </a:p>
        </p:txBody>
      </p:sp>
      <p:sp>
        <p:nvSpPr>
          <p:cNvPr id="4" name="Text 2"/>
          <p:cNvSpPr txBox="1"/>
          <p:nvPr/>
        </p:nvSpPr>
        <p:spPr>
          <a:xfrm>
            <a:off x="0" y="365760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EB1</a:t>
            </a:r>
            <a:endParaRPr lang="en-US" sz="650" dirty="0"/>
          </a:p>
        </p:txBody>
      </p:sp>
      <p:sp>
        <p:nvSpPr>
          <p:cNvPr id="5" name="Shape 3"/>
          <p:cNvSpPr/>
          <p:nvPr/>
        </p:nvSpPr>
        <p:spPr>
          <a:xfrm>
            <a:off x="228600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 flipV="1">
            <a:off x="228600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 flipV="1">
            <a:off x="228600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 flipV="1">
            <a:off x="228600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 flipV="1">
            <a:off x="228600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 flipV="1">
            <a:off x="228600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" name="Shape 9"/>
          <p:cNvSpPr/>
          <p:nvPr/>
        </p:nvSpPr>
        <p:spPr>
          <a:xfrm flipV="1">
            <a:off x="228600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 flipV="1">
            <a:off x="269748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 flipV="1">
            <a:off x="310896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 flipV="1">
            <a:off x="352044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99593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399593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 flipV="1">
            <a:off x="399593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 flipV="1">
            <a:off x="399593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 flipV="1">
            <a:off x="399593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 flipV="1">
            <a:off x="399593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1" name="Shape 19"/>
          <p:cNvSpPr/>
          <p:nvPr/>
        </p:nvSpPr>
        <p:spPr>
          <a:xfrm flipV="1">
            <a:off x="399593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 flipV="1">
            <a:off x="440741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 flipV="1">
            <a:off x="481889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 flipV="1">
            <a:off x="523037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570586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 flipV="1">
            <a:off x="570586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 flipV="1">
            <a:off x="570586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 flipV="1">
            <a:off x="570586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 flipV="1">
            <a:off x="570586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 flipV="1">
            <a:off x="570586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 flipV="1">
            <a:off x="570586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 flipV="1">
            <a:off x="611734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 flipV="1">
            <a:off x="652882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4" name="Shape 32"/>
          <p:cNvSpPr/>
          <p:nvPr/>
        </p:nvSpPr>
        <p:spPr>
          <a:xfrm flipV="1">
            <a:off x="694030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41578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 flipV="1">
            <a:off x="741578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 flipV="1">
            <a:off x="741578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 flipV="1">
            <a:off x="741578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 flipV="1">
            <a:off x="741578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 flipV="1">
            <a:off x="741578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 flipV="1">
            <a:off x="741578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2" name="Shape 40"/>
          <p:cNvSpPr/>
          <p:nvPr/>
        </p:nvSpPr>
        <p:spPr>
          <a:xfrm flipV="1">
            <a:off x="782726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3" name="Shape 41"/>
          <p:cNvSpPr/>
          <p:nvPr/>
        </p:nvSpPr>
        <p:spPr>
          <a:xfrm flipV="1">
            <a:off x="823874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4" name="Shape 42"/>
          <p:cNvSpPr/>
          <p:nvPr/>
        </p:nvSpPr>
        <p:spPr>
          <a:xfrm flipV="1">
            <a:off x="865022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912571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46" name="Shape 44"/>
          <p:cNvSpPr/>
          <p:nvPr/>
        </p:nvSpPr>
        <p:spPr>
          <a:xfrm flipV="1">
            <a:off x="912571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7" name="Shape 45"/>
          <p:cNvSpPr/>
          <p:nvPr/>
        </p:nvSpPr>
        <p:spPr>
          <a:xfrm flipV="1">
            <a:off x="912571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8" name="Shape 46"/>
          <p:cNvSpPr/>
          <p:nvPr/>
        </p:nvSpPr>
        <p:spPr>
          <a:xfrm flipV="1">
            <a:off x="912571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49" name="Shape 47"/>
          <p:cNvSpPr/>
          <p:nvPr/>
        </p:nvSpPr>
        <p:spPr>
          <a:xfrm flipV="1">
            <a:off x="912571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0" name="Shape 48"/>
          <p:cNvSpPr/>
          <p:nvPr/>
        </p:nvSpPr>
        <p:spPr>
          <a:xfrm flipV="1">
            <a:off x="912571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1" name="Shape 49"/>
          <p:cNvSpPr/>
          <p:nvPr/>
        </p:nvSpPr>
        <p:spPr>
          <a:xfrm flipV="1">
            <a:off x="912571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2" name="Shape 50"/>
          <p:cNvSpPr/>
          <p:nvPr/>
        </p:nvSpPr>
        <p:spPr>
          <a:xfrm flipV="1">
            <a:off x="953719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3" name="Shape 51"/>
          <p:cNvSpPr/>
          <p:nvPr/>
        </p:nvSpPr>
        <p:spPr>
          <a:xfrm flipV="1">
            <a:off x="994867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4" name="Shape 52"/>
          <p:cNvSpPr/>
          <p:nvPr/>
        </p:nvSpPr>
        <p:spPr>
          <a:xfrm flipV="1">
            <a:off x="1036015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5" name="Shape 53"/>
          <p:cNvSpPr/>
          <p:nvPr/>
        </p:nvSpPr>
        <p:spPr>
          <a:xfrm>
            <a:off x="1083564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56" name="Shape 54"/>
          <p:cNvSpPr/>
          <p:nvPr/>
        </p:nvSpPr>
        <p:spPr>
          <a:xfrm flipV="1">
            <a:off x="1083564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7" name="Shape 55"/>
          <p:cNvSpPr/>
          <p:nvPr/>
        </p:nvSpPr>
        <p:spPr>
          <a:xfrm flipV="1">
            <a:off x="1083564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8" name="Shape 56"/>
          <p:cNvSpPr/>
          <p:nvPr/>
        </p:nvSpPr>
        <p:spPr>
          <a:xfrm flipV="1">
            <a:off x="1083564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59" name="Shape 57"/>
          <p:cNvSpPr/>
          <p:nvPr/>
        </p:nvSpPr>
        <p:spPr>
          <a:xfrm flipV="1">
            <a:off x="1083564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0" name="Shape 58"/>
          <p:cNvSpPr/>
          <p:nvPr/>
        </p:nvSpPr>
        <p:spPr>
          <a:xfrm flipV="1">
            <a:off x="1083564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1" name="Shape 59"/>
          <p:cNvSpPr/>
          <p:nvPr/>
        </p:nvSpPr>
        <p:spPr>
          <a:xfrm flipV="1">
            <a:off x="1083564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2" name="Shape 60"/>
          <p:cNvSpPr/>
          <p:nvPr/>
        </p:nvSpPr>
        <p:spPr>
          <a:xfrm flipV="1">
            <a:off x="1124712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3" name="Shape 61"/>
          <p:cNvSpPr/>
          <p:nvPr/>
        </p:nvSpPr>
        <p:spPr>
          <a:xfrm flipV="1">
            <a:off x="1165860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4" name="Shape 62"/>
          <p:cNvSpPr/>
          <p:nvPr/>
        </p:nvSpPr>
        <p:spPr>
          <a:xfrm flipV="1">
            <a:off x="1207008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5" name="Shape 63"/>
          <p:cNvSpPr/>
          <p:nvPr/>
        </p:nvSpPr>
        <p:spPr>
          <a:xfrm>
            <a:off x="1254557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66" name="Shape 64"/>
          <p:cNvSpPr/>
          <p:nvPr/>
        </p:nvSpPr>
        <p:spPr>
          <a:xfrm flipV="1">
            <a:off x="1254557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7" name="Shape 65"/>
          <p:cNvSpPr/>
          <p:nvPr/>
        </p:nvSpPr>
        <p:spPr>
          <a:xfrm flipV="1">
            <a:off x="1254557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8" name="Shape 66"/>
          <p:cNvSpPr/>
          <p:nvPr/>
        </p:nvSpPr>
        <p:spPr>
          <a:xfrm flipV="1">
            <a:off x="1254557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69" name="Shape 67"/>
          <p:cNvSpPr/>
          <p:nvPr/>
        </p:nvSpPr>
        <p:spPr>
          <a:xfrm flipV="1">
            <a:off x="1254557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0" name="Shape 68"/>
          <p:cNvSpPr/>
          <p:nvPr/>
        </p:nvSpPr>
        <p:spPr>
          <a:xfrm flipV="1">
            <a:off x="1254557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1" name="Shape 69"/>
          <p:cNvSpPr/>
          <p:nvPr/>
        </p:nvSpPr>
        <p:spPr>
          <a:xfrm flipV="1">
            <a:off x="1254557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2" name="Shape 70"/>
          <p:cNvSpPr/>
          <p:nvPr/>
        </p:nvSpPr>
        <p:spPr>
          <a:xfrm flipV="1">
            <a:off x="1295705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3" name="Shape 71"/>
          <p:cNvSpPr/>
          <p:nvPr/>
        </p:nvSpPr>
        <p:spPr>
          <a:xfrm flipV="1">
            <a:off x="1336853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4" name="Shape 72"/>
          <p:cNvSpPr/>
          <p:nvPr/>
        </p:nvSpPr>
        <p:spPr>
          <a:xfrm flipV="1">
            <a:off x="1378001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5" name="Shape 73"/>
          <p:cNvSpPr/>
          <p:nvPr/>
        </p:nvSpPr>
        <p:spPr>
          <a:xfrm>
            <a:off x="1425550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76" name="Shape 74"/>
          <p:cNvSpPr/>
          <p:nvPr/>
        </p:nvSpPr>
        <p:spPr>
          <a:xfrm flipV="1">
            <a:off x="1425550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7" name="Shape 75"/>
          <p:cNvSpPr/>
          <p:nvPr/>
        </p:nvSpPr>
        <p:spPr>
          <a:xfrm flipV="1">
            <a:off x="1425550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8" name="Shape 76"/>
          <p:cNvSpPr/>
          <p:nvPr/>
        </p:nvSpPr>
        <p:spPr>
          <a:xfrm flipV="1">
            <a:off x="1425550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79" name="Shape 77"/>
          <p:cNvSpPr/>
          <p:nvPr/>
        </p:nvSpPr>
        <p:spPr>
          <a:xfrm flipV="1">
            <a:off x="1425550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0" name="Shape 78"/>
          <p:cNvSpPr/>
          <p:nvPr/>
        </p:nvSpPr>
        <p:spPr>
          <a:xfrm flipV="1">
            <a:off x="1425550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1" name="Shape 79"/>
          <p:cNvSpPr/>
          <p:nvPr/>
        </p:nvSpPr>
        <p:spPr>
          <a:xfrm flipV="1">
            <a:off x="1425550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2" name="Shape 80"/>
          <p:cNvSpPr/>
          <p:nvPr/>
        </p:nvSpPr>
        <p:spPr>
          <a:xfrm flipV="1">
            <a:off x="1466698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3" name="Shape 81"/>
          <p:cNvSpPr/>
          <p:nvPr/>
        </p:nvSpPr>
        <p:spPr>
          <a:xfrm flipV="1">
            <a:off x="1507846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4" name="Shape 82"/>
          <p:cNvSpPr/>
          <p:nvPr/>
        </p:nvSpPr>
        <p:spPr>
          <a:xfrm flipV="1">
            <a:off x="1548994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85" name="Text 83"/>
          <p:cNvSpPr txBox="1"/>
          <p:nvPr/>
        </p:nvSpPr>
        <p:spPr>
          <a:xfrm>
            <a:off x="0" y="667512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EB2</a:t>
            </a:r>
            <a:endParaRPr lang="en-US" sz="650" dirty="0"/>
          </a:p>
        </p:txBody>
      </p:sp>
      <p:sp>
        <p:nvSpPr>
          <p:cNvPr id="86" name="Shape 84"/>
          <p:cNvSpPr/>
          <p:nvPr/>
        </p:nvSpPr>
        <p:spPr>
          <a:xfrm>
            <a:off x="228600" y="667512"/>
            <a:ext cx="150876" cy="246888"/>
          </a:xfrm>
          <a:prstGeom prst="rect">
            <a:avLst/>
          </a:prstGeom>
          <a:solidFill>
            <a:srgbClr val="5DA5D1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87" name="Shape 85"/>
          <p:cNvSpPr/>
          <p:nvPr/>
        </p:nvSpPr>
        <p:spPr>
          <a:xfrm>
            <a:off x="399593" y="667512"/>
            <a:ext cx="150876" cy="246888"/>
          </a:xfrm>
          <a:prstGeom prst="rect">
            <a:avLst/>
          </a:prstGeom>
          <a:solidFill>
            <a:srgbClr val="549FCD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88" name="Shape 86"/>
          <p:cNvSpPr/>
          <p:nvPr/>
        </p:nvSpPr>
        <p:spPr>
          <a:xfrm>
            <a:off x="570586" y="667512"/>
            <a:ext cx="150876" cy="246888"/>
          </a:xfrm>
          <a:prstGeom prst="rect">
            <a:avLst/>
          </a:prstGeom>
          <a:solidFill>
            <a:srgbClr val="4A98C9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89" name="Shape 87"/>
          <p:cNvSpPr/>
          <p:nvPr/>
        </p:nvSpPr>
        <p:spPr>
          <a:xfrm>
            <a:off x="741578" y="667512"/>
            <a:ext cx="150876" cy="246888"/>
          </a:xfrm>
          <a:prstGeom prst="rect">
            <a:avLst/>
          </a:prstGeom>
          <a:solidFill>
            <a:srgbClr val="4090C5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0" name="Shape 88"/>
          <p:cNvSpPr/>
          <p:nvPr/>
        </p:nvSpPr>
        <p:spPr>
          <a:xfrm>
            <a:off x="912571" y="667512"/>
            <a:ext cx="150876" cy="246888"/>
          </a:xfrm>
          <a:prstGeom prst="rect">
            <a:avLst/>
          </a:prstGeom>
          <a:solidFill>
            <a:srgbClr val="3989C1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1" name="Shape 89"/>
          <p:cNvSpPr/>
          <p:nvPr/>
        </p:nvSpPr>
        <p:spPr>
          <a:xfrm>
            <a:off x="1083564" y="667512"/>
            <a:ext cx="150876" cy="246888"/>
          </a:xfrm>
          <a:prstGeom prst="rect">
            <a:avLst/>
          </a:prstGeom>
          <a:solidFill>
            <a:srgbClr val="3181BD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2" name="Shape 90"/>
          <p:cNvSpPr/>
          <p:nvPr/>
        </p:nvSpPr>
        <p:spPr>
          <a:xfrm>
            <a:off x="1254557" y="667512"/>
            <a:ext cx="150876" cy="246888"/>
          </a:xfrm>
          <a:prstGeom prst="rect">
            <a:avLst/>
          </a:prstGeom>
          <a:solidFill>
            <a:srgbClr val="2979B9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3" name="Shape 91"/>
          <p:cNvSpPr/>
          <p:nvPr/>
        </p:nvSpPr>
        <p:spPr>
          <a:xfrm>
            <a:off x="1425550" y="667512"/>
            <a:ext cx="150876" cy="246888"/>
          </a:xfrm>
          <a:prstGeom prst="rect">
            <a:avLst/>
          </a:prstGeom>
          <a:solidFill>
            <a:srgbClr val="2070B4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4" name="Text 92"/>
          <p:cNvSpPr txBox="1"/>
          <p:nvPr/>
        </p:nvSpPr>
        <p:spPr>
          <a:xfrm>
            <a:off x="0" y="969264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EB3</a:t>
            </a:r>
            <a:endParaRPr lang="en-US" sz="650" dirty="0"/>
          </a:p>
        </p:txBody>
      </p:sp>
      <p:sp>
        <p:nvSpPr>
          <p:cNvPr id="95" name="Shape 93"/>
          <p:cNvSpPr/>
          <p:nvPr/>
        </p:nvSpPr>
        <p:spPr>
          <a:xfrm>
            <a:off x="228600" y="969264"/>
            <a:ext cx="150876" cy="246888"/>
          </a:xfrm>
          <a:prstGeom prst="rect">
            <a:avLst/>
          </a:prstGeom>
          <a:solidFill>
            <a:srgbClr val="1B69A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6" name="Shape 94"/>
          <p:cNvSpPr/>
          <p:nvPr/>
        </p:nvSpPr>
        <p:spPr>
          <a:xfrm>
            <a:off x="399593" y="969264"/>
            <a:ext cx="150876" cy="246888"/>
          </a:xfrm>
          <a:prstGeom prst="rect">
            <a:avLst/>
          </a:prstGeom>
          <a:solidFill>
            <a:srgbClr val="1561A9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7" name="Shape 95"/>
          <p:cNvSpPr/>
          <p:nvPr/>
        </p:nvSpPr>
        <p:spPr>
          <a:xfrm>
            <a:off x="570586" y="969264"/>
            <a:ext cx="150876" cy="246888"/>
          </a:xfrm>
          <a:prstGeom prst="rect">
            <a:avLst/>
          </a:prstGeom>
          <a:solidFill>
            <a:srgbClr val="0E59A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8" name="Shape 96"/>
          <p:cNvSpPr/>
          <p:nvPr/>
        </p:nvSpPr>
        <p:spPr>
          <a:xfrm>
            <a:off x="741578" y="969264"/>
            <a:ext cx="150876" cy="246888"/>
          </a:xfrm>
          <a:prstGeom prst="rect">
            <a:avLst/>
          </a:prstGeom>
          <a:solidFill>
            <a:srgbClr val="09529D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99" name="Shape 97"/>
          <p:cNvSpPr/>
          <p:nvPr/>
        </p:nvSpPr>
        <p:spPr>
          <a:xfrm>
            <a:off x="912571" y="969264"/>
            <a:ext cx="150876" cy="246888"/>
          </a:xfrm>
          <a:prstGeom prst="rect">
            <a:avLst/>
          </a:prstGeom>
          <a:solidFill>
            <a:srgbClr val="084A91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00" name="Shape 98"/>
          <p:cNvSpPr/>
          <p:nvPr/>
        </p:nvSpPr>
        <p:spPr>
          <a:xfrm>
            <a:off x="1083564" y="969264"/>
            <a:ext cx="150876" cy="246888"/>
          </a:xfrm>
          <a:prstGeom prst="rect">
            <a:avLst/>
          </a:prstGeom>
          <a:solidFill>
            <a:srgbClr val="084A91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01" name="Shape 99"/>
          <p:cNvSpPr/>
          <p:nvPr/>
        </p:nvSpPr>
        <p:spPr>
          <a:xfrm>
            <a:off x="1254557" y="969264"/>
            <a:ext cx="150876" cy="246888"/>
          </a:xfrm>
          <a:prstGeom prst="rect">
            <a:avLst/>
          </a:prstGeom>
          <a:solidFill>
            <a:srgbClr val="084A91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02" name="Shape 100"/>
          <p:cNvSpPr/>
          <p:nvPr/>
        </p:nvSpPr>
        <p:spPr>
          <a:xfrm>
            <a:off x="1425550" y="969264"/>
            <a:ext cx="150876" cy="246888"/>
          </a:xfrm>
          <a:prstGeom prst="rect">
            <a:avLst/>
          </a:prstGeom>
          <a:solidFill>
            <a:srgbClr val="084A91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03" name="Text 101"/>
          <p:cNvSpPr txBox="1"/>
          <p:nvPr/>
        </p:nvSpPr>
        <p:spPr>
          <a:xfrm>
            <a:off x="79553" y="128930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measured WAF 1.00 to 1.02</a:t>
            </a:r>
            <a:endParaRPr lang="en-US" sz="700" dirty="0"/>
          </a:p>
        </p:txBody>
      </p:sp>
      <p:sp>
        <p:nvSpPr>
          <p:cNvPr id="104" name="Text 102"/>
          <p:cNvSpPr txBox="1"/>
          <p:nvPr/>
        </p:nvSpPr>
        <p:spPr>
          <a:xfrm>
            <a:off x="1755953" y="18288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(b) per request, TRIM</a:t>
            </a:r>
            <a:endParaRPr lang="en-US" sz="750" dirty="0"/>
          </a:p>
        </p:txBody>
      </p:sp>
      <p:sp>
        <p:nvSpPr>
          <p:cNvPr id="105" name="Text 103"/>
          <p:cNvSpPr txBox="1"/>
          <p:nvPr/>
        </p:nvSpPr>
        <p:spPr>
          <a:xfrm>
            <a:off x="1755953" y="18288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request B ends: holes in every EB</a:t>
            </a:r>
            <a:endParaRPr lang="en-US" sz="600" dirty="0"/>
          </a:p>
        </p:txBody>
      </p:sp>
      <p:sp>
        <p:nvSpPr>
          <p:cNvPr id="106" name="Text 104"/>
          <p:cNvSpPr txBox="1"/>
          <p:nvPr/>
        </p:nvSpPr>
        <p:spPr>
          <a:xfrm>
            <a:off x="1676400" y="365760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EB1</a:t>
            </a:r>
            <a:endParaRPr lang="en-US" sz="650" dirty="0"/>
          </a:p>
        </p:txBody>
      </p:sp>
      <p:sp>
        <p:nvSpPr>
          <p:cNvPr id="107" name="Shape 105"/>
          <p:cNvSpPr/>
          <p:nvPr/>
        </p:nvSpPr>
        <p:spPr>
          <a:xfrm>
            <a:off x="1905000" y="365760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08" name="Shape 106"/>
          <p:cNvSpPr/>
          <p:nvPr/>
        </p:nvSpPr>
        <p:spPr>
          <a:xfrm>
            <a:off x="2075993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09" name="Shape 107"/>
          <p:cNvSpPr/>
          <p:nvPr/>
        </p:nvSpPr>
        <p:spPr>
          <a:xfrm flipV="1">
            <a:off x="2075993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0" name="Shape 108"/>
          <p:cNvSpPr/>
          <p:nvPr/>
        </p:nvSpPr>
        <p:spPr>
          <a:xfrm flipV="1">
            <a:off x="2075993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1" name="Shape 109"/>
          <p:cNvSpPr/>
          <p:nvPr/>
        </p:nvSpPr>
        <p:spPr>
          <a:xfrm flipV="1">
            <a:off x="2075993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2" name="Shape 110"/>
          <p:cNvSpPr/>
          <p:nvPr/>
        </p:nvSpPr>
        <p:spPr>
          <a:xfrm flipV="1">
            <a:off x="2075993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3" name="Shape 111"/>
          <p:cNvSpPr/>
          <p:nvPr/>
        </p:nvSpPr>
        <p:spPr>
          <a:xfrm flipV="1">
            <a:off x="2075993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4" name="Shape 112"/>
          <p:cNvSpPr/>
          <p:nvPr/>
        </p:nvSpPr>
        <p:spPr>
          <a:xfrm flipV="1">
            <a:off x="2075993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5" name="Shape 113"/>
          <p:cNvSpPr/>
          <p:nvPr/>
        </p:nvSpPr>
        <p:spPr>
          <a:xfrm flipV="1">
            <a:off x="2117141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6" name="Shape 114"/>
          <p:cNvSpPr/>
          <p:nvPr/>
        </p:nvSpPr>
        <p:spPr>
          <a:xfrm flipV="1">
            <a:off x="2158289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7" name="Shape 115"/>
          <p:cNvSpPr/>
          <p:nvPr/>
        </p:nvSpPr>
        <p:spPr>
          <a:xfrm flipV="1">
            <a:off x="2199437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18" name="Shape 116"/>
          <p:cNvSpPr/>
          <p:nvPr/>
        </p:nvSpPr>
        <p:spPr>
          <a:xfrm>
            <a:off x="2246986" y="365760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19" name="Shape 117"/>
          <p:cNvSpPr/>
          <p:nvPr/>
        </p:nvSpPr>
        <p:spPr>
          <a:xfrm>
            <a:off x="2417978" y="365760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20" name="Shape 118"/>
          <p:cNvSpPr/>
          <p:nvPr/>
        </p:nvSpPr>
        <p:spPr>
          <a:xfrm>
            <a:off x="2588971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21" name="Shape 119"/>
          <p:cNvSpPr/>
          <p:nvPr/>
        </p:nvSpPr>
        <p:spPr>
          <a:xfrm flipV="1">
            <a:off x="2588971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2" name="Shape 120"/>
          <p:cNvSpPr/>
          <p:nvPr/>
        </p:nvSpPr>
        <p:spPr>
          <a:xfrm flipV="1">
            <a:off x="2588971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3" name="Shape 121"/>
          <p:cNvSpPr/>
          <p:nvPr/>
        </p:nvSpPr>
        <p:spPr>
          <a:xfrm flipV="1">
            <a:off x="2588971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4" name="Shape 122"/>
          <p:cNvSpPr/>
          <p:nvPr/>
        </p:nvSpPr>
        <p:spPr>
          <a:xfrm flipV="1">
            <a:off x="2588971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5" name="Shape 123"/>
          <p:cNvSpPr/>
          <p:nvPr/>
        </p:nvSpPr>
        <p:spPr>
          <a:xfrm flipV="1">
            <a:off x="2588971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6" name="Shape 124"/>
          <p:cNvSpPr/>
          <p:nvPr/>
        </p:nvSpPr>
        <p:spPr>
          <a:xfrm flipV="1">
            <a:off x="2588971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7" name="Shape 125"/>
          <p:cNvSpPr/>
          <p:nvPr/>
        </p:nvSpPr>
        <p:spPr>
          <a:xfrm flipV="1">
            <a:off x="2630119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8" name="Shape 126"/>
          <p:cNvSpPr/>
          <p:nvPr/>
        </p:nvSpPr>
        <p:spPr>
          <a:xfrm flipV="1">
            <a:off x="2671267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29" name="Shape 127"/>
          <p:cNvSpPr/>
          <p:nvPr/>
        </p:nvSpPr>
        <p:spPr>
          <a:xfrm flipV="1">
            <a:off x="2712415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0" name="Shape 128"/>
          <p:cNvSpPr/>
          <p:nvPr/>
        </p:nvSpPr>
        <p:spPr>
          <a:xfrm>
            <a:off x="2759964" y="365760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31" name="Shape 129"/>
          <p:cNvSpPr/>
          <p:nvPr/>
        </p:nvSpPr>
        <p:spPr>
          <a:xfrm>
            <a:off x="2930957" y="365760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32" name="Shape 130"/>
          <p:cNvSpPr/>
          <p:nvPr/>
        </p:nvSpPr>
        <p:spPr>
          <a:xfrm>
            <a:off x="3101950" y="365760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33" name="Shape 131"/>
          <p:cNvSpPr/>
          <p:nvPr/>
        </p:nvSpPr>
        <p:spPr>
          <a:xfrm flipV="1">
            <a:off x="3101950" y="365760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4" name="Shape 132"/>
          <p:cNvSpPr/>
          <p:nvPr/>
        </p:nvSpPr>
        <p:spPr>
          <a:xfrm flipV="1">
            <a:off x="3101950" y="365760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5" name="Shape 133"/>
          <p:cNvSpPr/>
          <p:nvPr/>
        </p:nvSpPr>
        <p:spPr>
          <a:xfrm flipV="1">
            <a:off x="3101950" y="365760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6" name="Shape 134"/>
          <p:cNvSpPr/>
          <p:nvPr/>
        </p:nvSpPr>
        <p:spPr>
          <a:xfrm flipV="1">
            <a:off x="3101950" y="3794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7" name="Shape 135"/>
          <p:cNvSpPr/>
          <p:nvPr/>
        </p:nvSpPr>
        <p:spPr>
          <a:xfrm flipV="1">
            <a:off x="3101950" y="4206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8" name="Shape 136"/>
          <p:cNvSpPr/>
          <p:nvPr/>
        </p:nvSpPr>
        <p:spPr>
          <a:xfrm flipV="1">
            <a:off x="3101950" y="461772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39" name="Shape 137"/>
          <p:cNvSpPr/>
          <p:nvPr/>
        </p:nvSpPr>
        <p:spPr>
          <a:xfrm flipV="1">
            <a:off x="3143098" y="502920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0" name="Shape 138"/>
          <p:cNvSpPr/>
          <p:nvPr/>
        </p:nvSpPr>
        <p:spPr>
          <a:xfrm flipV="1">
            <a:off x="3184246" y="544068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1" name="Shape 139"/>
          <p:cNvSpPr/>
          <p:nvPr/>
        </p:nvSpPr>
        <p:spPr>
          <a:xfrm flipV="1">
            <a:off x="3225394" y="585216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2" name="Text 140"/>
          <p:cNvSpPr txBox="1"/>
          <p:nvPr/>
        </p:nvSpPr>
        <p:spPr>
          <a:xfrm>
            <a:off x="1676400" y="667512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EB2</a:t>
            </a:r>
            <a:endParaRPr lang="en-US" sz="650" dirty="0"/>
          </a:p>
        </p:txBody>
      </p:sp>
      <p:sp>
        <p:nvSpPr>
          <p:cNvPr id="143" name="Shape 141"/>
          <p:cNvSpPr/>
          <p:nvPr/>
        </p:nvSpPr>
        <p:spPr>
          <a:xfrm>
            <a:off x="1905000" y="667512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44" name="Shape 142"/>
          <p:cNvSpPr/>
          <p:nvPr/>
        </p:nvSpPr>
        <p:spPr>
          <a:xfrm flipV="1">
            <a:off x="1905000" y="667512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5" name="Shape 143"/>
          <p:cNvSpPr/>
          <p:nvPr/>
        </p:nvSpPr>
        <p:spPr>
          <a:xfrm flipV="1">
            <a:off x="1905000" y="667512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6" name="Shape 144"/>
          <p:cNvSpPr/>
          <p:nvPr/>
        </p:nvSpPr>
        <p:spPr>
          <a:xfrm flipV="1">
            <a:off x="1905000" y="667512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7" name="Shape 145"/>
          <p:cNvSpPr/>
          <p:nvPr/>
        </p:nvSpPr>
        <p:spPr>
          <a:xfrm flipV="1">
            <a:off x="1905000" y="681228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8" name="Shape 146"/>
          <p:cNvSpPr/>
          <p:nvPr/>
        </p:nvSpPr>
        <p:spPr>
          <a:xfrm flipV="1">
            <a:off x="1905000" y="7223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49" name="Shape 147"/>
          <p:cNvSpPr/>
          <p:nvPr/>
        </p:nvSpPr>
        <p:spPr>
          <a:xfrm flipV="1">
            <a:off x="1905000" y="7635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0" name="Shape 148"/>
          <p:cNvSpPr/>
          <p:nvPr/>
        </p:nvSpPr>
        <p:spPr>
          <a:xfrm flipV="1">
            <a:off x="1946148" y="804672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1" name="Shape 149"/>
          <p:cNvSpPr/>
          <p:nvPr/>
        </p:nvSpPr>
        <p:spPr>
          <a:xfrm flipV="1">
            <a:off x="1987296" y="845820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2" name="Shape 150"/>
          <p:cNvSpPr/>
          <p:nvPr/>
        </p:nvSpPr>
        <p:spPr>
          <a:xfrm flipV="1">
            <a:off x="2028444" y="886968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3" name="Shape 151"/>
          <p:cNvSpPr/>
          <p:nvPr/>
        </p:nvSpPr>
        <p:spPr>
          <a:xfrm>
            <a:off x="2075993" y="667512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54" name="Shape 152"/>
          <p:cNvSpPr/>
          <p:nvPr/>
        </p:nvSpPr>
        <p:spPr>
          <a:xfrm>
            <a:off x="2246986" y="667512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55" name="Shape 153"/>
          <p:cNvSpPr/>
          <p:nvPr/>
        </p:nvSpPr>
        <p:spPr>
          <a:xfrm>
            <a:off x="2417978" y="667512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56" name="Shape 154"/>
          <p:cNvSpPr/>
          <p:nvPr/>
        </p:nvSpPr>
        <p:spPr>
          <a:xfrm flipV="1">
            <a:off x="2417978" y="667512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7" name="Shape 155"/>
          <p:cNvSpPr/>
          <p:nvPr/>
        </p:nvSpPr>
        <p:spPr>
          <a:xfrm flipV="1">
            <a:off x="2417978" y="667512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8" name="Shape 156"/>
          <p:cNvSpPr/>
          <p:nvPr/>
        </p:nvSpPr>
        <p:spPr>
          <a:xfrm flipV="1">
            <a:off x="2417978" y="667512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59" name="Shape 157"/>
          <p:cNvSpPr/>
          <p:nvPr/>
        </p:nvSpPr>
        <p:spPr>
          <a:xfrm flipV="1">
            <a:off x="2417978" y="681228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0" name="Shape 158"/>
          <p:cNvSpPr/>
          <p:nvPr/>
        </p:nvSpPr>
        <p:spPr>
          <a:xfrm flipV="1">
            <a:off x="2417978" y="7223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1" name="Shape 159"/>
          <p:cNvSpPr/>
          <p:nvPr/>
        </p:nvSpPr>
        <p:spPr>
          <a:xfrm flipV="1">
            <a:off x="2417978" y="7635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2" name="Shape 160"/>
          <p:cNvSpPr/>
          <p:nvPr/>
        </p:nvSpPr>
        <p:spPr>
          <a:xfrm flipV="1">
            <a:off x="2459126" y="804672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3" name="Shape 161"/>
          <p:cNvSpPr/>
          <p:nvPr/>
        </p:nvSpPr>
        <p:spPr>
          <a:xfrm flipV="1">
            <a:off x="2500274" y="845820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4" name="Shape 162"/>
          <p:cNvSpPr/>
          <p:nvPr/>
        </p:nvSpPr>
        <p:spPr>
          <a:xfrm flipV="1">
            <a:off x="2541422" y="886968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5" name="Shape 163"/>
          <p:cNvSpPr/>
          <p:nvPr/>
        </p:nvSpPr>
        <p:spPr>
          <a:xfrm>
            <a:off x="2588971" y="667512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66" name="Shape 164"/>
          <p:cNvSpPr/>
          <p:nvPr/>
        </p:nvSpPr>
        <p:spPr>
          <a:xfrm>
            <a:off x="2759964" y="667512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67" name="Shape 165"/>
          <p:cNvSpPr/>
          <p:nvPr/>
        </p:nvSpPr>
        <p:spPr>
          <a:xfrm>
            <a:off x="2930957" y="667512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68" name="Shape 166"/>
          <p:cNvSpPr/>
          <p:nvPr/>
        </p:nvSpPr>
        <p:spPr>
          <a:xfrm flipV="1">
            <a:off x="2930957" y="667512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69" name="Shape 167"/>
          <p:cNvSpPr/>
          <p:nvPr/>
        </p:nvSpPr>
        <p:spPr>
          <a:xfrm flipV="1">
            <a:off x="2930957" y="667512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0" name="Shape 168"/>
          <p:cNvSpPr/>
          <p:nvPr/>
        </p:nvSpPr>
        <p:spPr>
          <a:xfrm flipV="1">
            <a:off x="2930957" y="667512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1" name="Shape 169"/>
          <p:cNvSpPr/>
          <p:nvPr/>
        </p:nvSpPr>
        <p:spPr>
          <a:xfrm flipV="1">
            <a:off x="2930957" y="681228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2" name="Shape 170"/>
          <p:cNvSpPr/>
          <p:nvPr/>
        </p:nvSpPr>
        <p:spPr>
          <a:xfrm flipV="1">
            <a:off x="2930957" y="7223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3" name="Shape 171"/>
          <p:cNvSpPr/>
          <p:nvPr/>
        </p:nvSpPr>
        <p:spPr>
          <a:xfrm flipV="1">
            <a:off x="2930957" y="763524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4" name="Shape 172"/>
          <p:cNvSpPr/>
          <p:nvPr/>
        </p:nvSpPr>
        <p:spPr>
          <a:xfrm flipV="1">
            <a:off x="2972105" y="804672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5" name="Shape 173"/>
          <p:cNvSpPr/>
          <p:nvPr/>
        </p:nvSpPr>
        <p:spPr>
          <a:xfrm flipV="1">
            <a:off x="3013253" y="845820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6" name="Shape 174"/>
          <p:cNvSpPr/>
          <p:nvPr/>
        </p:nvSpPr>
        <p:spPr>
          <a:xfrm flipV="1">
            <a:off x="3054401" y="886968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77" name="Shape 175"/>
          <p:cNvSpPr/>
          <p:nvPr/>
        </p:nvSpPr>
        <p:spPr>
          <a:xfrm>
            <a:off x="3101950" y="667512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78" name="Text 176"/>
          <p:cNvSpPr txBox="1"/>
          <p:nvPr/>
        </p:nvSpPr>
        <p:spPr>
          <a:xfrm>
            <a:off x="1676400" y="969264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EB3</a:t>
            </a:r>
            <a:endParaRPr lang="en-US" sz="650" dirty="0"/>
          </a:p>
        </p:txBody>
      </p:sp>
      <p:sp>
        <p:nvSpPr>
          <p:cNvPr id="179" name="Shape 177"/>
          <p:cNvSpPr/>
          <p:nvPr/>
        </p:nvSpPr>
        <p:spPr>
          <a:xfrm>
            <a:off x="1905000" y="969264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80" name="Shape 178"/>
          <p:cNvSpPr/>
          <p:nvPr/>
        </p:nvSpPr>
        <p:spPr>
          <a:xfrm>
            <a:off x="2075993" y="969264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81" name="Shape 179"/>
          <p:cNvSpPr/>
          <p:nvPr/>
        </p:nvSpPr>
        <p:spPr>
          <a:xfrm>
            <a:off x="2246986" y="969264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82" name="Shape 180"/>
          <p:cNvSpPr/>
          <p:nvPr/>
        </p:nvSpPr>
        <p:spPr>
          <a:xfrm flipV="1">
            <a:off x="2246986" y="969264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3" name="Shape 181"/>
          <p:cNvSpPr/>
          <p:nvPr/>
        </p:nvSpPr>
        <p:spPr>
          <a:xfrm flipV="1">
            <a:off x="2246986" y="969264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4" name="Shape 182"/>
          <p:cNvSpPr/>
          <p:nvPr/>
        </p:nvSpPr>
        <p:spPr>
          <a:xfrm flipV="1">
            <a:off x="2246986" y="969264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5" name="Shape 183"/>
          <p:cNvSpPr/>
          <p:nvPr/>
        </p:nvSpPr>
        <p:spPr>
          <a:xfrm flipV="1">
            <a:off x="2246986" y="982980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6" name="Shape 184"/>
          <p:cNvSpPr/>
          <p:nvPr/>
        </p:nvSpPr>
        <p:spPr>
          <a:xfrm flipV="1">
            <a:off x="2246986" y="1024128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7" name="Shape 185"/>
          <p:cNvSpPr/>
          <p:nvPr/>
        </p:nvSpPr>
        <p:spPr>
          <a:xfrm flipV="1">
            <a:off x="2246986" y="10652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8" name="Shape 186"/>
          <p:cNvSpPr/>
          <p:nvPr/>
        </p:nvSpPr>
        <p:spPr>
          <a:xfrm flipV="1">
            <a:off x="2288134" y="1106424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89" name="Shape 187"/>
          <p:cNvSpPr/>
          <p:nvPr/>
        </p:nvSpPr>
        <p:spPr>
          <a:xfrm flipV="1">
            <a:off x="2329282" y="1147572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0" name="Shape 188"/>
          <p:cNvSpPr/>
          <p:nvPr/>
        </p:nvSpPr>
        <p:spPr>
          <a:xfrm flipV="1">
            <a:off x="2370430" y="1188720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1" name="Shape 189"/>
          <p:cNvSpPr/>
          <p:nvPr/>
        </p:nvSpPr>
        <p:spPr>
          <a:xfrm>
            <a:off x="2417978" y="969264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92" name="Shape 190"/>
          <p:cNvSpPr/>
          <p:nvPr/>
        </p:nvSpPr>
        <p:spPr>
          <a:xfrm>
            <a:off x="2588971" y="969264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93" name="Shape 191"/>
          <p:cNvSpPr/>
          <p:nvPr/>
        </p:nvSpPr>
        <p:spPr>
          <a:xfrm>
            <a:off x="2759964" y="969264"/>
            <a:ext cx="150876" cy="246888"/>
          </a:xfrm>
          <a:prstGeom prst="rect">
            <a:avLst/>
          </a:prstGeom>
          <a:solidFill>
            <a:srgbClr val="FFFFFF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194" name="Shape 192"/>
          <p:cNvSpPr/>
          <p:nvPr/>
        </p:nvSpPr>
        <p:spPr>
          <a:xfrm flipV="1">
            <a:off x="2759964" y="969264"/>
            <a:ext cx="41148" cy="4114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5" name="Shape 193"/>
          <p:cNvSpPr/>
          <p:nvPr/>
        </p:nvSpPr>
        <p:spPr>
          <a:xfrm flipV="1">
            <a:off x="2759964" y="969264"/>
            <a:ext cx="82296" cy="8229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6" name="Shape 194"/>
          <p:cNvSpPr/>
          <p:nvPr/>
        </p:nvSpPr>
        <p:spPr>
          <a:xfrm flipV="1">
            <a:off x="2759964" y="969264"/>
            <a:ext cx="123444" cy="123444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7" name="Shape 195"/>
          <p:cNvSpPr/>
          <p:nvPr/>
        </p:nvSpPr>
        <p:spPr>
          <a:xfrm flipV="1">
            <a:off x="2759964" y="982980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8" name="Shape 196"/>
          <p:cNvSpPr/>
          <p:nvPr/>
        </p:nvSpPr>
        <p:spPr>
          <a:xfrm flipV="1">
            <a:off x="2759964" y="1024128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199" name="Shape 197"/>
          <p:cNvSpPr/>
          <p:nvPr/>
        </p:nvSpPr>
        <p:spPr>
          <a:xfrm flipV="1">
            <a:off x="2759964" y="1065276"/>
            <a:ext cx="150876" cy="150876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00" name="Shape 198"/>
          <p:cNvSpPr/>
          <p:nvPr/>
        </p:nvSpPr>
        <p:spPr>
          <a:xfrm flipV="1">
            <a:off x="2801112" y="1106424"/>
            <a:ext cx="109728" cy="109728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01" name="Shape 199"/>
          <p:cNvSpPr/>
          <p:nvPr/>
        </p:nvSpPr>
        <p:spPr>
          <a:xfrm flipV="1">
            <a:off x="2842260" y="1147572"/>
            <a:ext cx="68580" cy="68580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02" name="Shape 200"/>
          <p:cNvSpPr/>
          <p:nvPr/>
        </p:nvSpPr>
        <p:spPr>
          <a:xfrm flipV="1">
            <a:off x="2883408" y="1188720"/>
            <a:ext cx="27432" cy="27432"/>
          </a:xfrm>
          <a:prstGeom prst="line">
            <a:avLst/>
          </a:prstGeom>
          <a:noFill/>
          <a:ln w="6350">
            <a:solidFill>
              <a:srgbClr val="666666"/>
            </a:solidFill>
            <a:prstDash val="solid"/>
          </a:ln>
        </p:spPr>
      </p:sp>
      <p:sp>
        <p:nvSpPr>
          <p:cNvPr id="203" name="Shape 201"/>
          <p:cNvSpPr/>
          <p:nvPr/>
        </p:nvSpPr>
        <p:spPr>
          <a:xfrm>
            <a:off x="2930957" y="969264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04" name="Shape 202"/>
          <p:cNvSpPr/>
          <p:nvPr/>
        </p:nvSpPr>
        <p:spPr>
          <a:xfrm>
            <a:off x="3101950" y="969264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05" name="Text 203"/>
          <p:cNvSpPr txBox="1"/>
          <p:nvPr/>
        </p:nvSpPr>
        <p:spPr>
          <a:xfrm>
            <a:off x="1755953" y="128930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measured WAF 2.1</a:t>
            </a:r>
            <a:endParaRPr lang="en-US" sz="700" dirty="0"/>
          </a:p>
        </p:txBody>
      </p:sp>
      <p:sp>
        <p:nvSpPr>
          <p:cNvPr id="206" name="Text 204"/>
          <p:cNvSpPr txBox="1"/>
          <p:nvPr/>
        </p:nvSpPr>
        <p:spPr>
          <a:xfrm>
            <a:off x="3432353" y="18288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(c) per request, no TRIM</a:t>
            </a:r>
            <a:endParaRPr lang="en-US" sz="750" dirty="0"/>
          </a:p>
        </p:txBody>
      </p:sp>
      <p:sp>
        <p:nvSpPr>
          <p:cNvPr id="207" name="Text 205"/>
          <p:cNvSpPr txBox="1"/>
          <p:nvPr/>
        </p:nvSpPr>
        <p:spPr>
          <a:xfrm>
            <a:off x="3432353" y="182880"/>
            <a:ext cx="164592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B’s pages dead but still valid</a:t>
            </a:r>
            <a:endParaRPr lang="en-US" sz="600" dirty="0"/>
          </a:p>
        </p:txBody>
      </p:sp>
      <p:sp>
        <p:nvSpPr>
          <p:cNvPr id="208" name="Text 206"/>
          <p:cNvSpPr txBox="1"/>
          <p:nvPr/>
        </p:nvSpPr>
        <p:spPr>
          <a:xfrm>
            <a:off x="3352800" y="365760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EB1</a:t>
            </a:r>
            <a:endParaRPr lang="en-US" sz="650" dirty="0"/>
          </a:p>
        </p:txBody>
      </p:sp>
      <p:sp>
        <p:nvSpPr>
          <p:cNvPr id="209" name="Shape 207"/>
          <p:cNvSpPr/>
          <p:nvPr/>
        </p:nvSpPr>
        <p:spPr>
          <a:xfrm>
            <a:off x="3581400" y="365760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0" name="Shape 208"/>
          <p:cNvSpPr/>
          <p:nvPr/>
        </p:nvSpPr>
        <p:spPr>
          <a:xfrm>
            <a:off x="3752393" y="365760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1" name="Text 209"/>
          <p:cNvSpPr txBox="1"/>
          <p:nvPr/>
        </p:nvSpPr>
        <p:spPr>
          <a:xfrm>
            <a:off x="3752393" y="365760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12" name="Shape 210"/>
          <p:cNvSpPr/>
          <p:nvPr/>
        </p:nvSpPr>
        <p:spPr>
          <a:xfrm>
            <a:off x="3923386" y="365760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3" name="Shape 211"/>
          <p:cNvSpPr/>
          <p:nvPr/>
        </p:nvSpPr>
        <p:spPr>
          <a:xfrm>
            <a:off x="4094378" y="365760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4" name="Shape 212"/>
          <p:cNvSpPr/>
          <p:nvPr/>
        </p:nvSpPr>
        <p:spPr>
          <a:xfrm>
            <a:off x="4265371" y="365760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5" name="Text 213"/>
          <p:cNvSpPr txBox="1"/>
          <p:nvPr/>
        </p:nvSpPr>
        <p:spPr>
          <a:xfrm>
            <a:off x="4265371" y="365760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16" name="Shape 214"/>
          <p:cNvSpPr/>
          <p:nvPr/>
        </p:nvSpPr>
        <p:spPr>
          <a:xfrm>
            <a:off x="4436364" y="365760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7" name="Shape 215"/>
          <p:cNvSpPr/>
          <p:nvPr/>
        </p:nvSpPr>
        <p:spPr>
          <a:xfrm>
            <a:off x="4607357" y="365760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8" name="Shape 216"/>
          <p:cNvSpPr/>
          <p:nvPr/>
        </p:nvSpPr>
        <p:spPr>
          <a:xfrm>
            <a:off x="4778350" y="365760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19" name="Text 217"/>
          <p:cNvSpPr txBox="1"/>
          <p:nvPr/>
        </p:nvSpPr>
        <p:spPr>
          <a:xfrm>
            <a:off x="4778350" y="365760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20" name="Text 218"/>
          <p:cNvSpPr txBox="1"/>
          <p:nvPr/>
        </p:nvSpPr>
        <p:spPr>
          <a:xfrm>
            <a:off x="3352800" y="667512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EB2</a:t>
            </a:r>
            <a:endParaRPr lang="en-US" sz="650" dirty="0"/>
          </a:p>
        </p:txBody>
      </p:sp>
      <p:sp>
        <p:nvSpPr>
          <p:cNvPr id="221" name="Shape 219"/>
          <p:cNvSpPr/>
          <p:nvPr/>
        </p:nvSpPr>
        <p:spPr>
          <a:xfrm>
            <a:off x="3581400" y="667512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22" name="Text 220"/>
          <p:cNvSpPr txBox="1"/>
          <p:nvPr/>
        </p:nvSpPr>
        <p:spPr>
          <a:xfrm>
            <a:off x="3581400" y="667512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23" name="Shape 221"/>
          <p:cNvSpPr/>
          <p:nvPr/>
        </p:nvSpPr>
        <p:spPr>
          <a:xfrm>
            <a:off x="3752393" y="667512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24" name="Shape 222"/>
          <p:cNvSpPr/>
          <p:nvPr/>
        </p:nvSpPr>
        <p:spPr>
          <a:xfrm>
            <a:off x="3923386" y="667512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25" name="Shape 223"/>
          <p:cNvSpPr/>
          <p:nvPr/>
        </p:nvSpPr>
        <p:spPr>
          <a:xfrm>
            <a:off x="4094378" y="667512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26" name="Text 224"/>
          <p:cNvSpPr txBox="1"/>
          <p:nvPr/>
        </p:nvSpPr>
        <p:spPr>
          <a:xfrm>
            <a:off x="4094378" y="667512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27" name="Shape 225"/>
          <p:cNvSpPr/>
          <p:nvPr/>
        </p:nvSpPr>
        <p:spPr>
          <a:xfrm>
            <a:off x="4265371" y="667512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28" name="Shape 226"/>
          <p:cNvSpPr/>
          <p:nvPr/>
        </p:nvSpPr>
        <p:spPr>
          <a:xfrm>
            <a:off x="4436364" y="667512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29" name="Shape 227"/>
          <p:cNvSpPr/>
          <p:nvPr/>
        </p:nvSpPr>
        <p:spPr>
          <a:xfrm>
            <a:off x="4607357" y="667512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0" name="Text 228"/>
          <p:cNvSpPr txBox="1"/>
          <p:nvPr/>
        </p:nvSpPr>
        <p:spPr>
          <a:xfrm>
            <a:off x="4607357" y="667512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31" name="Shape 229"/>
          <p:cNvSpPr/>
          <p:nvPr/>
        </p:nvSpPr>
        <p:spPr>
          <a:xfrm>
            <a:off x="4778350" y="667512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2" name="Text 230"/>
          <p:cNvSpPr txBox="1"/>
          <p:nvPr/>
        </p:nvSpPr>
        <p:spPr>
          <a:xfrm>
            <a:off x="3352800" y="969264"/>
            <a:ext cx="201168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65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EB3</a:t>
            </a:r>
            <a:endParaRPr lang="en-US" sz="650" dirty="0"/>
          </a:p>
        </p:txBody>
      </p:sp>
      <p:sp>
        <p:nvSpPr>
          <p:cNvPr id="233" name="Shape 231"/>
          <p:cNvSpPr/>
          <p:nvPr/>
        </p:nvSpPr>
        <p:spPr>
          <a:xfrm>
            <a:off x="3581400" y="969264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4" name="Shape 232"/>
          <p:cNvSpPr/>
          <p:nvPr/>
        </p:nvSpPr>
        <p:spPr>
          <a:xfrm>
            <a:off x="3752393" y="969264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5" name="Shape 233"/>
          <p:cNvSpPr/>
          <p:nvPr/>
        </p:nvSpPr>
        <p:spPr>
          <a:xfrm>
            <a:off x="3923386" y="969264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6" name="Text 234"/>
          <p:cNvSpPr txBox="1"/>
          <p:nvPr/>
        </p:nvSpPr>
        <p:spPr>
          <a:xfrm>
            <a:off x="3923386" y="969264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37" name="Shape 235"/>
          <p:cNvSpPr/>
          <p:nvPr/>
        </p:nvSpPr>
        <p:spPr>
          <a:xfrm>
            <a:off x="4094378" y="969264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8" name="Shape 236"/>
          <p:cNvSpPr/>
          <p:nvPr/>
        </p:nvSpPr>
        <p:spPr>
          <a:xfrm>
            <a:off x="4265371" y="969264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39" name="Shape 237"/>
          <p:cNvSpPr/>
          <p:nvPr/>
        </p:nvSpPr>
        <p:spPr>
          <a:xfrm>
            <a:off x="4436364" y="969264"/>
            <a:ext cx="150876" cy="246888"/>
          </a:xfrm>
          <a:prstGeom prst="rect">
            <a:avLst/>
          </a:prstGeom>
          <a:solidFill>
            <a:srgbClr val="DD8452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40" name="Text 238"/>
          <p:cNvSpPr txBox="1"/>
          <p:nvPr/>
        </p:nvSpPr>
        <p:spPr>
          <a:xfrm>
            <a:off x="4436364" y="969264"/>
            <a:ext cx="150876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x</a:t>
            </a:r>
            <a:endParaRPr lang="en-US" sz="700" dirty="0"/>
          </a:p>
        </p:txBody>
      </p:sp>
      <p:sp>
        <p:nvSpPr>
          <p:cNvPr id="241" name="Shape 239"/>
          <p:cNvSpPr/>
          <p:nvPr/>
        </p:nvSpPr>
        <p:spPr>
          <a:xfrm>
            <a:off x="4607357" y="969264"/>
            <a:ext cx="150876" cy="246888"/>
          </a:xfrm>
          <a:prstGeom prst="rect">
            <a:avLst/>
          </a:prstGeom>
          <a:solidFill>
            <a:srgbClr val="55A868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42" name="Shape 240"/>
          <p:cNvSpPr/>
          <p:nvPr/>
        </p:nvSpPr>
        <p:spPr>
          <a:xfrm>
            <a:off x="4778350" y="969264"/>
            <a:ext cx="150876" cy="246888"/>
          </a:xfrm>
          <a:prstGeom prst="rect">
            <a:avLst/>
          </a:prstGeom>
          <a:solidFill>
            <a:srgbClr val="4C72B0"/>
          </a:solidFill>
          <a:ln w="6350">
            <a:solidFill>
              <a:srgbClr val="666666"/>
            </a:solidFill>
            <a:prstDash val="solid"/>
          </a:ln>
        </p:spPr>
      </p:sp>
      <p:sp>
        <p:nvSpPr>
          <p:cNvPr id="243" name="Text 241"/>
          <p:cNvSpPr txBox="1"/>
          <p:nvPr/>
        </p:nvSpPr>
        <p:spPr>
          <a:xfrm>
            <a:off x="3432353" y="1289304"/>
            <a:ext cx="164592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7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measured WAF 5.2</a:t>
            </a:r>
            <a:endParaRPr lang="en-US" sz="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2026-10-14T05:27:18Z</dcterms:created>
  <dcterms:modified xsi:type="dcterms:W3CDTF">2026-10-14T05:27:18Z</dcterms:modified>
</cp:coreProperties>
</file>