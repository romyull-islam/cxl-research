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00400" cy="1737360"/>
  <p:notesSz cx="173736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1640" y="1005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Polling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4529" y="15819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waiter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88849" y="277749"/>
            <a:ext cx="0" cy="1044336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95960" y="15819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0280" y="277749"/>
            <a:ext cx="0" cy="1044336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77392" y="15819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51712" y="277749"/>
            <a:ext cx="0" cy="1044336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914068" y="1005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Parked load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706956" y="15819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waiter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81276" y="277749"/>
            <a:ext cx="0" cy="1044336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188388" y="15819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62708" y="277749"/>
            <a:ext cx="0" cy="1044336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2669819" y="15819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44139" y="277749"/>
            <a:ext cx="0" cy="1044336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88849" y="425882"/>
            <a:ext cx="481432" cy="81473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388849" y="507355"/>
            <a:ext cx="481432" cy="81473"/>
          </a:xfrm>
          <a:prstGeom prst="line">
            <a:avLst/>
          </a:prstGeom>
          <a:noFill/>
          <a:ln w="762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849" y="666598"/>
            <a:ext cx="481432" cy="81473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388849" y="748071"/>
            <a:ext cx="481432" cy="81473"/>
          </a:xfrm>
          <a:prstGeom prst="line">
            <a:avLst/>
          </a:prstGeom>
          <a:noFill/>
          <a:ln w="762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8849" y="907313"/>
            <a:ext cx="481432" cy="81473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388849" y="988786"/>
            <a:ext cx="481432" cy="81473"/>
          </a:xfrm>
          <a:prstGeom prst="line">
            <a:avLst/>
          </a:prstGeom>
          <a:noFill/>
          <a:ln w="762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35585" y="324841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96012" y="524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 flipH="1">
            <a:off x="870280" y="888797"/>
            <a:ext cx="481432" cy="129616"/>
          </a:xfrm>
          <a:prstGeom prst="line">
            <a:avLst/>
          </a:prstGeom>
          <a:noFill/>
          <a:ln w="15240">
            <a:solidFill>
              <a:srgbClr val="B3000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 rot="20695891">
            <a:off x="818847" y="823375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3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88849" y="1148029"/>
            <a:ext cx="481432" cy="81473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388849" y="1229502"/>
            <a:ext cx="481432" cy="81473"/>
          </a:xfrm>
          <a:prstGeom prst="line">
            <a:avLst/>
          </a:prstGeom>
          <a:noFill/>
          <a:ln w="15240">
            <a:solidFill>
              <a:srgbClr val="0000B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 rot="21023688">
            <a:off x="366688" y="1273849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10667" y="1018413"/>
            <a:ext cx="41148" cy="292562"/>
          </a:xfrm>
          <a:prstGeom prst="leftBrac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-223891" y="105496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hand-</a:t>
            </a:r>
            <a:endParaRPr lang="en-US" sz="700" dirty="0"/>
          </a:p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138760" y="1380287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device read per poll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981276" y="425882"/>
            <a:ext cx="481432" cy="81473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433081" y="507355"/>
            <a:ext cx="59253" cy="511058"/>
          </a:xfrm>
          <a:prstGeom prst="rect">
            <a:avLst/>
          </a:prstGeom>
          <a:solidFill>
            <a:srgbClr val="FFD2A6"/>
          </a:solidFill>
          <a:ln w="12700">
            <a:solidFill>
              <a:srgbClr val="FFD2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07148" y="483489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parked;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 flipH="1">
            <a:off x="2462708" y="888797"/>
            <a:ext cx="481432" cy="129616"/>
          </a:xfrm>
          <a:prstGeom prst="line">
            <a:avLst/>
          </a:prstGeom>
          <a:noFill/>
          <a:ln w="15240">
            <a:solidFill>
              <a:srgbClr val="B3000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 rot="20695891">
            <a:off x="2411275" y="823375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3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 flipH="1">
            <a:off x="1981276" y="1018413"/>
            <a:ext cx="481432" cy="81473"/>
          </a:xfrm>
          <a:prstGeom prst="line">
            <a:avLst/>
          </a:prstGeom>
          <a:noFill/>
          <a:ln w="15240">
            <a:solidFill>
              <a:srgbClr val="0000B3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 rot="21023688">
            <a:off x="1959115" y="10627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903095" y="1018413"/>
            <a:ext cx="41148" cy="81473"/>
          </a:xfrm>
          <a:prstGeom prst="leftBrac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368537" y="94942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hand-</a:t>
            </a:r>
            <a:endParaRPr lang="en-US" sz="700" dirty="0"/>
          </a:p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731188" y="1269873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answered within τ = 25 µs,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else “not yet”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2026-10-14T05:28:26Z</dcterms:created>
  <dcterms:modified xsi:type="dcterms:W3CDTF">2026-10-14T05:28:26Z</dcterms:modified>
</cp:coreProperties>
</file>